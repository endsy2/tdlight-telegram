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258"/>
    <p:restoredTop sz="94716"/>
  </p:normalViewPr>
  <p:slideViewPr>
    <p:cSldViewPr snapToGrid="0">
      <p:cViewPr varScale="1">
        <p:scale>
          <a:sx n="116" d="100"/>
          <a:sy n="116" d="100"/>
        </p:scale>
        <p:origin x="200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926DE-E1DB-906E-2859-125102904D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5DF334-6B2F-B26C-A3CB-394F6C6A9D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F017D3-0C6D-889D-38C3-BA3DF5C72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95729-F277-DC46-8BB7-D9379C49F472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12F8C-711E-DC40-34A7-4EF1C8244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DF478B-1E15-0682-EE46-5449810C0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7569A-6DFB-5344-ADE1-6CA5725DD0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865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6F346-8016-50C9-FDF2-3BD49212C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C616D-9FD3-D269-B155-1A0DA2E5C4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C03998-B82F-75D3-68D9-5609D567C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95729-F277-DC46-8BB7-D9379C49F472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3A6CD8-DBAA-3716-5950-9AB9E65E7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AE07A-5A5F-CE8E-0734-038A873D8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7569A-6DFB-5344-ADE1-6CA5725DD0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047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872C8-66BD-DABB-6D6C-5ED96126A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79093F-7224-5E6E-6FD8-C3A2025DBA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DAA1C-4C81-8502-7C20-BA670826E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95729-F277-DC46-8BB7-D9379C49F472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BDB3BC-6ECE-8307-915E-3D3CAEEA6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19528D-EB14-EB1A-1010-F68FF4F6B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7569A-6DFB-5344-ADE1-6CA5725DD0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2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495AA-A12E-05DB-565E-63A7CACD2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278FB-6722-D717-80A3-C201820062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3874E5-7EEE-B4F0-418F-5DEBD7EB73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137046-4C60-706C-428B-6EA1C0B33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95729-F277-DC46-8BB7-D9379C49F472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447228-4AE0-16F4-63D6-4FC9EAB30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65B7A9-22B7-2E65-8931-EAB6063B1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7569A-6DFB-5344-ADE1-6CA5725DD0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726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29A5A-2291-CC67-F8D1-44EBD2B9F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1A1087-202A-9226-2F3C-7639ECA3F0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FBB26B-6595-967B-3F6F-15909C57D2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AFC6A9-81B1-FDD2-6A90-F55E7721CD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043F0E-9E7E-196A-E7AA-C857E78B33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848DBE-9454-42AF-85A8-D2C7C2EBA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95729-F277-DC46-8BB7-D9379C49F472}" type="datetimeFigureOut">
              <a:rPr lang="en-US" smtClean="0"/>
              <a:t>4/15/26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166794-FCCD-6168-6D06-7898E533E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40560D-01D3-91E3-1062-8C8419AA4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7569A-6DFB-5344-ADE1-6CA5725DD0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356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28CDB-388B-34F8-D588-D4C9641EC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0AE927-0F5F-1B01-7DC5-36E813083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95729-F277-DC46-8BB7-D9379C49F472}" type="datetimeFigureOut">
              <a:rPr lang="en-US" smtClean="0"/>
              <a:t>4/15/26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24207C-4126-FF5D-38D3-DE9F32558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279F7C-E370-F863-B33D-329255641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7569A-6DFB-5344-ADE1-6CA5725DD0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618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B43CB3-E76B-3826-921D-AE4C893AA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95729-F277-DC46-8BB7-D9379C49F472}" type="datetimeFigureOut">
              <a:rPr lang="en-US" smtClean="0"/>
              <a:t>4/15/26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6ED5C5-F256-91E0-661B-4349A8973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55A4A3-69CE-C711-E836-C61D1CFC4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7569A-6DFB-5344-ADE1-6CA5725DD0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954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D9DCF-03F7-C48D-194C-96A1F2921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5D262-26ED-8E97-FE38-7250E9F97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E26300-7FF0-A346-CD1F-19282844FA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0F3D75-5AA4-0597-3B88-1DFD6E2D9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95729-F277-DC46-8BB7-D9379C49F472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DB5DD-45CC-DFB3-D12C-06EA77530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B963CF-15E9-FC35-7756-56DAD2DA6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7569A-6DFB-5344-ADE1-6CA5725DD0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195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FDAA6-9CEF-0DF2-814B-A14FD81D1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7BD7FC-BEDF-ADB3-2CE0-A7F1064880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916AD5-B43C-C7A3-616E-808F448D4D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470925-A464-FB05-383C-188D039F5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95729-F277-DC46-8BB7-D9379C49F472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A2B2E2-AE0B-3663-5B25-39BBF1DB5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7A2151-25DA-E208-21D6-27FAA6406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7569A-6DFB-5344-ADE1-6CA5725DD0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15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AA04B-F31F-FD71-98D1-2F46DBA46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DEA873-CB2C-95B2-D205-D15C7C8C44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5EEE23-1D81-56FA-BDB6-429B404F0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95729-F277-DC46-8BB7-D9379C49F472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986D91-EAEF-64EA-F8FD-FAB55AFA6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2EAA7E-F881-985F-7CAB-4EAF3249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7569A-6DFB-5344-ADE1-6CA5725DD0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947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1FC6F6-F318-6C86-EA24-47F74C9A0A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D09F4B-18F7-F630-6849-314E63DA77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88B423-3D92-4A09-3EAC-F8EA16621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95729-F277-DC46-8BB7-D9379C49F472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15780-E410-7AF9-B7D0-FD84BE6E4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910F8B-478F-8206-ADB5-308C8C96D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7569A-6DFB-5344-ADE1-6CA5725DD0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764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20A037-BCF6-4D39-3C94-C81A5E72A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B9C6E9-065D-EF58-B08F-E1CFF2AF0D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6D24AD-1265-FE0C-FF0A-0F7CEB4C2B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095729-F277-DC46-8BB7-D9379C49F472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350D6-30B3-72FF-BDE2-14840EDFCB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DD572-CA15-F878-7A98-50523D18E7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67569A-6DFB-5344-ADE1-6CA5725DD0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46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3227C-5542-F8BC-9EC6-3E7671875E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Cover Page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88E265-08F8-4CFE-C2DF-73EE93D4C9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975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30CC8-6DF3-46F7-CC42-B3221505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1. 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6F08A-5C1B-8F16-ECA6-8A03A325A1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Project Title: </a:t>
            </a:r>
            <a:r>
              <a:rPr lang="en-US" dirty="0"/>
              <a:t>Online Student Course Registration Website</a:t>
            </a:r>
          </a:p>
          <a:p>
            <a:r>
              <a:rPr lang="en-US" b="1" dirty="0"/>
              <a:t>Problem Statement: </a:t>
            </a:r>
            <a:r>
              <a:rPr lang="en-US" dirty="0"/>
              <a:t>Currently, students register for courses using paper forms or manual Google Forms. This process is slow, error-prone, and difficult for administrators to manage and track student enrollment.</a:t>
            </a:r>
          </a:p>
          <a:p>
            <a:r>
              <a:rPr lang="en-US" b="1" dirty="0"/>
              <a:t>Objectives:</a:t>
            </a:r>
          </a:p>
          <a:p>
            <a:pPr lvl="1"/>
            <a:r>
              <a:rPr lang="en-US" sz="2000" dirty="0"/>
              <a:t>Develop a responsive and user-friendly course registration website</a:t>
            </a:r>
          </a:p>
          <a:p>
            <a:pPr lvl="1"/>
            <a:r>
              <a:rPr lang="en-US" sz="2000" dirty="0"/>
              <a:t>Allow students to register and log in securely</a:t>
            </a:r>
          </a:p>
          <a:p>
            <a:pPr lvl="1"/>
            <a:r>
              <a:rPr lang="en-US" sz="2000" dirty="0"/>
              <a:t>Enable students to select and register for courses online</a:t>
            </a:r>
          </a:p>
          <a:p>
            <a:pPr lvl="1"/>
            <a:r>
              <a:rPr lang="en-US" sz="2000" dirty="0"/>
              <a:t>Provide an admin panel to manage courses and students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3202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4C273-8DE4-6643-E047-5EBA8F226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 Project Charter</a:t>
            </a:r>
            <a:r>
              <a:rPr lang="en-GB" b="1" dirty="0"/>
              <a:t> </a:t>
            </a:r>
            <a:endParaRPr lang="en-US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50B88BD-EC9B-D155-A5F6-E952967E87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5361752"/>
              </p:ext>
            </p:extLst>
          </p:nvPr>
        </p:nvGraphicFramePr>
        <p:xfrm>
          <a:off x="838200" y="1755836"/>
          <a:ext cx="10515600" cy="405568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65581">
                  <a:extLst>
                    <a:ext uri="{9D8B030D-6E8A-4147-A177-3AD203B41FA5}">
                      <a16:colId xmlns:a16="http://schemas.microsoft.com/office/drawing/2014/main" val="104270719"/>
                    </a:ext>
                  </a:extLst>
                </a:gridCol>
                <a:gridCol w="8150019">
                  <a:extLst>
                    <a:ext uri="{9D8B030D-6E8A-4147-A177-3AD203B41FA5}">
                      <a16:colId xmlns:a16="http://schemas.microsoft.com/office/drawing/2014/main" val="1404290501"/>
                    </a:ext>
                  </a:extLst>
                </a:gridCol>
              </a:tblGrid>
              <a:tr h="4411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>
                          <a:effectLst/>
                        </a:rPr>
                        <a:t>Section</a:t>
                      </a:r>
                      <a:endParaRPr lang="en-GB" sz="2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Details</a:t>
                      </a:r>
                      <a:endParaRPr lang="en-GB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15351552"/>
                  </a:ext>
                </a:extLst>
              </a:tr>
              <a:tr h="91263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>
                          <a:effectLst/>
                        </a:rPr>
                        <a:t>Purpose</a:t>
                      </a:r>
                      <a:endParaRPr lang="en-GB" sz="2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20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To build a web-based system that allows students to register for courses online efficiently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22482753"/>
                  </a:ext>
                </a:extLst>
              </a:tr>
              <a:tr h="91263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>
                          <a:effectLst/>
                        </a:rPr>
                        <a:t>Scope (requirement)</a:t>
                      </a:r>
                      <a:endParaRPr lang="en-GB" sz="2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20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User authentication, course listing, student registration, admin dashboard, database storage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48536299"/>
                  </a:ext>
                </a:extLst>
              </a:tr>
              <a:tr h="89464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>
                          <a:effectLst/>
                        </a:rPr>
                        <a:t>Milestones</a:t>
                      </a:r>
                      <a:endParaRPr lang="en-GB" sz="2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20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Requirement Analysis (W2), UI Design (W4), Development (W8), Testing (W11), Final Presentation (W14)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94353029"/>
                  </a:ext>
                </a:extLst>
              </a:tr>
              <a:tr h="89464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>
                          <a:effectLst/>
                        </a:rPr>
                        <a:t>Budget</a:t>
                      </a:r>
                      <a:endParaRPr lang="en-GB" sz="2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20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700$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32807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47929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80C3C-6EDA-3E95-C003-24F7147E1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3192"/>
            <a:ext cx="10515600" cy="1325563"/>
          </a:xfrm>
        </p:spPr>
        <p:txBody>
          <a:bodyPr/>
          <a:lstStyle/>
          <a:p>
            <a:r>
              <a:rPr lang="en-US" b="1" dirty="0"/>
              <a:t>3. Project Method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8D0CC-6633-BFCD-401B-94C7E5251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US" dirty="0"/>
              <a:t>Agile Methodology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9815E8-8719-25FC-6A9F-CD5AE2232B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5921" y="1690688"/>
            <a:ext cx="6849140" cy="4415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24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A3FA4-596D-0E73-1B22-B3F77E23A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 Project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AF946-1085-1ED4-C317-15811DA365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b="1" dirty="0"/>
              <a:t>Why we choose agile</a:t>
            </a:r>
          </a:p>
          <a:p>
            <a:r>
              <a:rPr lang="en-GB" dirty="0"/>
              <a:t>Allows flexible changes during development</a:t>
            </a:r>
          </a:p>
          <a:p>
            <a:r>
              <a:rPr lang="en-GB" dirty="0"/>
              <a:t>Supports continuous feedback from instructor and team members</a:t>
            </a:r>
          </a:p>
          <a:p>
            <a:r>
              <a:rPr lang="en-GB" dirty="0"/>
              <a:t>Tasks can be divided into small sprints for better progress</a:t>
            </a:r>
          </a:p>
          <a:p>
            <a:r>
              <a:rPr lang="en-GB" dirty="0"/>
              <a:t>Suitable for student projects with limited time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b="1" dirty="0"/>
              <a:t>Agile Practices Applied</a:t>
            </a:r>
          </a:p>
          <a:p>
            <a:r>
              <a:rPr lang="en-GB" dirty="0"/>
              <a:t>Weekly team meetings</a:t>
            </a:r>
          </a:p>
          <a:p>
            <a:r>
              <a:rPr lang="en-GB" dirty="0"/>
              <a:t>Sprint planning and task assignment</a:t>
            </a:r>
          </a:p>
          <a:p>
            <a:r>
              <a:rPr lang="en-GB" dirty="0"/>
              <a:t>Continuous testing and improvement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28769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C1E37-0767-D482-95CA-B78CA3ED5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4. Project Management Tool (Example 1)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AEA5A-CC69-0B4D-6E81-F6DE33D5FD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Tool: Excel </a:t>
            </a:r>
          </a:p>
          <a:p>
            <a:r>
              <a:rPr lang="en-US" dirty="0"/>
              <a:t>Why Excel Is Chosen</a:t>
            </a:r>
          </a:p>
          <a:p>
            <a:pPr lvl="1"/>
            <a:r>
              <a:rPr lang="en-US" dirty="0"/>
              <a:t>Easy to understand for students</a:t>
            </a:r>
          </a:p>
          <a:p>
            <a:pPr lvl="1"/>
            <a:r>
              <a:rPr lang="en-US" dirty="0"/>
              <a:t>Suitable for planning, tracking, and reporting</a:t>
            </a:r>
          </a:p>
          <a:p>
            <a:pPr lvl="1"/>
            <a:r>
              <a:rPr lang="en-US" dirty="0"/>
              <a:t>No cost and widely available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899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23F9F-6629-6415-713A-8F970568B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4. Project Management Tool (Example 1)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8C52B-9600-3DB8-319B-5408D81DE3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6136"/>
            <a:ext cx="10515600" cy="4351338"/>
          </a:xfrm>
        </p:spPr>
        <p:txBody>
          <a:bodyPr/>
          <a:lstStyle/>
          <a:p>
            <a:r>
              <a:rPr lang="en-US" dirty="0"/>
              <a:t>Demo and explain using project management tool to assign task, tracking and monitoring task to manage task in your project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8F1591-00DA-513F-378A-5A573684B4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1131" y="2791680"/>
            <a:ext cx="7509738" cy="3848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230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09868-7DF5-2555-9467-EA074FE07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4. Project Management Tool (Example 2)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C4904-2FD1-67C9-D4F3-84DF75A15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Tool: Asana Tool</a:t>
            </a:r>
          </a:p>
          <a:p>
            <a:r>
              <a:rPr lang="en-US" dirty="0"/>
              <a:t>Why Asana Is Chosen</a:t>
            </a:r>
          </a:p>
          <a:p>
            <a:pPr lvl="1"/>
            <a:r>
              <a:rPr lang="en-US" dirty="0"/>
              <a:t>Easy Task Assignment and Responsibility Control</a:t>
            </a:r>
          </a:p>
          <a:p>
            <a:pPr lvl="1"/>
            <a:r>
              <a:rPr lang="en-US" dirty="0"/>
              <a:t>Clear Task Tracking (Planned → In Progress → Completed)</a:t>
            </a:r>
          </a:p>
          <a:p>
            <a:pPr lvl="1"/>
            <a:r>
              <a:rPr lang="en-US" dirty="0"/>
              <a:t>Effective Monitoring of Project Progress</a:t>
            </a:r>
          </a:p>
          <a:p>
            <a:pPr lvl="1"/>
            <a:r>
              <a:rPr lang="en-US" dirty="0"/>
              <a:t>Supports Agile Project Management Method</a:t>
            </a:r>
          </a:p>
          <a:p>
            <a:pPr lvl="1"/>
            <a:r>
              <a:rPr lang="en-US" dirty="0"/>
              <a:t>Easy for Team Communication and Collaboration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1294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914F7-189F-EFF1-CAA5-D2F6D7E08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4. Project Management Tool (Example 2)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BA425-4997-9ED6-BA38-06CA3EAC1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US" dirty="0"/>
              <a:t>Demo and explain using project management tool to assign task, tracking and monitoring task to manage task in your project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9" descr="Best Free Project Management Software: Guide &amp; Reviews">
            <a:extLst>
              <a:ext uri="{FF2B5EF4-FFF2-40B4-BE49-F238E27FC236}">
                <a16:creationId xmlns:a16="http://schemas.microsoft.com/office/drawing/2014/main" id="{76374F33-9690-2EB7-6D46-9D60A1932B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6854" y="2753777"/>
            <a:ext cx="7957362" cy="3591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7743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2479</TotalTime>
  <Words>354</Words>
  <Application>Microsoft Macintosh PowerPoint</Application>
  <PresentationFormat>Widescreen</PresentationFormat>
  <Paragraphs>51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Cambria</vt:lpstr>
      <vt:lpstr>Office Theme</vt:lpstr>
      <vt:lpstr>Cover Page</vt:lpstr>
      <vt:lpstr>1. Project Overview</vt:lpstr>
      <vt:lpstr>2. Project Charter </vt:lpstr>
      <vt:lpstr>3. Project Method</vt:lpstr>
      <vt:lpstr>3. Project Method</vt:lpstr>
      <vt:lpstr>4. Project Management Tool (Example 1)</vt:lpstr>
      <vt:lpstr>4. Project Management Tool (Example 1)</vt:lpstr>
      <vt:lpstr>4. Project Management Tool (Example 2)</vt:lpstr>
      <vt:lpstr>4. Project Management Tool (Example 2)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10</cp:revision>
  <dcterms:created xsi:type="dcterms:W3CDTF">2026-02-02T10:15:28Z</dcterms:created>
  <dcterms:modified xsi:type="dcterms:W3CDTF">2026-04-15T02:18:23Z</dcterms:modified>
</cp:coreProperties>
</file>